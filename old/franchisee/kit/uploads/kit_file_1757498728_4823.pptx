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  <p:sldId id="297" r:id="rId3"/>
    <p:sldId id="256" r:id="rId4"/>
    <p:sldId id="296" r:id="rId5"/>
    <p:sldId id="257" r:id="rId6"/>
    <p:sldId id="259" r:id="rId7"/>
    <p:sldId id="260" r:id="rId8"/>
    <p:sldId id="258" r:id="rId9"/>
    <p:sldId id="262" r:id="rId10"/>
    <p:sldId id="261" r:id="rId11"/>
    <p:sldId id="264" r:id="rId12"/>
    <p:sldId id="281" r:id="rId13"/>
    <p:sldId id="265" r:id="rId14"/>
    <p:sldId id="266" r:id="rId15"/>
    <p:sldId id="270" r:id="rId16"/>
    <p:sldId id="269" r:id="rId17"/>
    <p:sldId id="267" r:id="rId18"/>
    <p:sldId id="268" r:id="rId19"/>
    <p:sldId id="279" r:id="rId20"/>
    <p:sldId id="280" r:id="rId21"/>
    <p:sldId id="278" r:id="rId22"/>
    <p:sldId id="277" r:id="rId23"/>
    <p:sldId id="276" r:id="rId24"/>
    <p:sldId id="273" r:id="rId25"/>
    <p:sldId id="272" r:id="rId26"/>
    <p:sldId id="271" r:id="rId27"/>
    <p:sldId id="283" r:id="rId28"/>
    <p:sldId id="284" r:id="rId29"/>
    <p:sldId id="285" r:id="rId30"/>
    <p:sldId id="288" r:id="rId31"/>
    <p:sldId id="287" r:id="rId32"/>
    <p:sldId id="286" r:id="rId33"/>
    <p:sldId id="294" r:id="rId34"/>
    <p:sldId id="293" r:id="rId35"/>
    <p:sldId id="291" r:id="rId36"/>
  </p:sldIdLst>
  <p:sldSz cx="9144000" cy="6858000" type="screen4x3"/>
  <p:notesSz cx="7102475" cy="102330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1506" y="-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0CF3A-0EA4-441D-93A6-2783231816E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DD951-0FF8-4DD8-98D0-78FE52BBBD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0CF3A-0EA4-441D-93A6-2783231816E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DD951-0FF8-4DD8-98D0-78FE52BBBD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0CF3A-0EA4-441D-93A6-2783231816E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DD951-0FF8-4DD8-98D0-78FE52BBBD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0CF3A-0EA4-441D-93A6-2783231816E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DD951-0FF8-4DD8-98D0-78FE52BBBD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0CF3A-0EA4-441D-93A6-2783231816E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DD951-0FF8-4DD8-98D0-78FE52BBBD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0CF3A-0EA4-441D-93A6-2783231816E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DD951-0FF8-4DD8-98D0-78FE52BBBD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0CF3A-0EA4-441D-93A6-2783231816E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DD951-0FF8-4DD8-98D0-78FE52BBBD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0CF3A-0EA4-441D-93A6-2783231816E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DD951-0FF8-4DD8-98D0-78FE52BBBD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0CF3A-0EA4-441D-93A6-2783231816E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DD951-0FF8-4DD8-98D0-78FE52BBBD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0CF3A-0EA4-441D-93A6-2783231816E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DD951-0FF8-4DD8-98D0-78FE52BBBD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0CF3A-0EA4-441D-93A6-2783231816E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DD951-0FF8-4DD8-98D0-78FE52BBBD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60CF3A-0EA4-441D-93A6-2783231816E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DD951-0FF8-4DD8-98D0-78FE52BBBD0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sanjib\Downloads\WhatsApp Image 2025-09-04 at 6.59.09 PM.jpeg"/>
          <p:cNvPicPr>
            <a:picLocks noChangeAspect="1" noChangeArrowheads="1"/>
          </p:cNvPicPr>
          <p:nvPr/>
        </p:nvPicPr>
        <p:blipFill>
          <a:blip r:embed="rId2">
            <a:lum contrast="10000"/>
          </a:blip>
          <a:srcRect/>
          <a:stretch>
            <a:fillRect/>
          </a:stretch>
        </p:blipFill>
        <p:spPr bwMode="auto">
          <a:xfrm>
            <a:off x="228600" y="242492"/>
            <a:ext cx="8686800" cy="6386908"/>
          </a:xfrm>
          <a:prstGeom prst="rect">
            <a:avLst/>
          </a:prstGeom>
          <a:noFill/>
        </p:spPr>
      </p:pic>
    </p:spTree>
  </p:cSld>
  <p:clrMapOvr>
    <a:masterClrMapping/>
  </p:clrMapOvr>
  <p:transition advTm="1000">
    <p:wheel spokes="8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sanjib\Downloads\WhatsApp Image 2025-09-03 at 3.23.07 PM.jpeg"/>
          <p:cNvPicPr>
            <a:picLocks noChangeAspect="1" noChangeArrowheads="1"/>
          </p:cNvPicPr>
          <p:nvPr/>
        </p:nvPicPr>
        <p:blipFill>
          <a:blip r:embed="rId2">
            <a:lum contrast="10000"/>
          </a:blip>
          <a:srcRect t="7865" b="5617"/>
          <a:stretch>
            <a:fillRect/>
          </a:stretch>
        </p:blipFill>
        <p:spPr bwMode="auto">
          <a:xfrm>
            <a:off x="304800" y="304800"/>
            <a:ext cx="8610600" cy="6324600"/>
          </a:xfrm>
          <a:prstGeom prst="rect">
            <a:avLst/>
          </a:prstGeom>
          <a:noFill/>
        </p:spPr>
      </p:pic>
    </p:spTree>
  </p:cSld>
  <p:clrMapOvr>
    <a:masterClrMapping/>
  </p:clrMapOvr>
  <p:transition advTm="1000">
    <p:plus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 descr="C:\Users\sanjib\Downloads\Bulti PPT\2a9dc889-a935-4ae1-99f0-cc0a8c759d13.jpeg"/>
          <p:cNvPicPr>
            <a:picLocks noChangeAspect="1" noChangeArrowheads="1"/>
          </p:cNvPicPr>
          <p:nvPr/>
        </p:nvPicPr>
        <p:blipFill>
          <a:blip r:embed="rId2">
            <a:lum bright="10000" contrast="20000"/>
          </a:blip>
          <a:srcRect/>
          <a:stretch>
            <a:fillRect/>
          </a:stretch>
        </p:blipFill>
        <p:spPr bwMode="auto">
          <a:xfrm>
            <a:off x="304799" y="228600"/>
            <a:ext cx="8534401" cy="6324600"/>
          </a:xfrm>
          <a:prstGeom prst="rect">
            <a:avLst/>
          </a:prstGeom>
          <a:noFill/>
        </p:spPr>
      </p:pic>
    </p:spTree>
  </p:cSld>
  <p:clrMapOvr>
    <a:masterClrMapping/>
  </p:clrMapOvr>
  <p:transition advTm="1000">
    <p:wedg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 descr="C:\Users\sanjib\Downloads\Bulti PPT\WhatsApp Image 2025-09-01 at 2.01.32 PM.jpeg"/>
          <p:cNvPicPr>
            <a:picLocks noChangeAspect="1" noChangeArrowheads="1"/>
          </p:cNvPicPr>
          <p:nvPr/>
        </p:nvPicPr>
        <p:blipFill>
          <a:blip r:embed="rId2">
            <a:lum bright="10000" contrast="10000"/>
          </a:blip>
          <a:srcRect/>
          <a:stretch>
            <a:fillRect/>
          </a:stretch>
        </p:blipFill>
        <p:spPr bwMode="auto">
          <a:xfrm>
            <a:off x="304800" y="228600"/>
            <a:ext cx="8534400" cy="6400800"/>
          </a:xfrm>
          <a:prstGeom prst="rect">
            <a:avLst/>
          </a:prstGeom>
          <a:noFill/>
        </p:spPr>
      </p:pic>
    </p:spTree>
  </p:cSld>
  <p:clrMapOvr>
    <a:masterClrMapping/>
  </p:clrMapOvr>
  <p:transition advTm="1000">
    <p:whee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09800"/>
            <a:ext cx="8229600" cy="11430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66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gerian" pitchFamily="82" charset="0"/>
              </a:rPr>
              <a:t>1</a:t>
            </a:r>
            <a:r>
              <a:rPr lang="en-US" sz="6600" b="1" cap="all" baseline="3000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gerian" pitchFamily="82" charset="0"/>
              </a:rPr>
              <a:t>st</a:t>
            </a:r>
            <a:r>
              <a:rPr lang="en-US" sz="66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gerian" pitchFamily="82" charset="0"/>
              </a:rPr>
              <a:t> Floor</a:t>
            </a:r>
            <a:endParaRPr lang="en-US" sz="66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gerian" pitchFamily="82" charset="0"/>
            </a:endParaRPr>
          </a:p>
        </p:txBody>
      </p:sp>
    </p:spTree>
  </p:cSld>
  <p:clrMapOvr>
    <a:masterClrMapping/>
  </p:clrMapOvr>
  <p:transition advTm="1000">
    <p:dissolv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sanjib\Downloads\Bulti PPT\1st floor\2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304801"/>
            <a:ext cx="8458200" cy="5943600"/>
          </a:xfrm>
          <a:prstGeom prst="rect">
            <a:avLst/>
          </a:prstGeom>
          <a:noFill/>
        </p:spPr>
      </p:pic>
    </p:spTree>
  </p:cSld>
  <p:clrMapOvr>
    <a:masterClrMapping/>
  </p:clrMapOvr>
  <p:transition advTm="1000">
    <p:pull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sanjib\Downloads\Bulti PPT\1st floor\561a65db-8c92-4984-af78-5299d0009843.jpeg"/>
          <p:cNvPicPr>
            <a:picLocks noChangeAspect="1" noChangeArrowheads="1"/>
          </p:cNvPicPr>
          <p:nvPr/>
        </p:nvPicPr>
        <p:blipFill>
          <a:blip r:embed="rId2">
            <a:lum bright="10000" contrast="20000"/>
          </a:blip>
          <a:srcRect/>
          <a:stretch>
            <a:fillRect/>
          </a:stretch>
        </p:blipFill>
        <p:spPr bwMode="auto">
          <a:xfrm>
            <a:off x="304800" y="304800"/>
            <a:ext cx="8534400" cy="6362700"/>
          </a:xfrm>
          <a:prstGeom prst="rect">
            <a:avLst/>
          </a:prstGeom>
          <a:noFill/>
        </p:spPr>
      </p:pic>
    </p:spTree>
  </p:cSld>
  <p:clrMapOvr>
    <a:masterClrMapping/>
  </p:clrMapOvr>
  <p:transition advTm="1000">
    <p:wedg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sanjib\Downloads\Bulti PPT\1st floor\bc3bad78-31f9-470b-9bd5-e3f80c6ef8b2.jpeg"/>
          <p:cNvPicPr>
            <a:picLocks noChangeAspect="1" noChangeArrowheads="1"/>
          </p:cNvPicPr>
          <p:nvPr/>
        </p:nvPicPr>
        <p:blipFill>
          <a:blip r:embed="rId2">
            <a:lum bright="10000" contrast="20000"/>
          </a:blip>
          <a:srcRect/>
          <a:stretch>
            <a:fillRect/>
          </a:stretch>
        </p:blipFill>
        <p:spPr bwMode="auto">
          <a:xfrm>
            <a:off x="228600" y="228600"/>
            <a:ext cx="8686800" cy="6400800"/>
          </a:xfrm>
          <a:prstGeom prst="rect">
            <a:avLst/>
          </a:prstGeom>
          <a:noFill/>
        </p:spPr>
      </p:pic>
    </p:spTree>
  </p:cSld>
  <p:clrMapOvr>
    <a:masterClrMapping/>
  </p:clrMapOvr>
  <p:transition advTm="1000">
    <p:wedg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sanjib\Downloads\Bulti PPT\1st floor\Combina com diversos estilos de decoração….jpeg"/>
          <p:cNvPicPr>
            <a:picLocks noChangeAspect="1" noChangeArrowheads="1"/>
          </p:cNvPicPr>
          <p:nvPr/>
        </p:nvPicPr>
        <p:blipFill>
          <a:blip r:embed="rId2">
            <a:lum contrast="20000"/>
          </a:blip>
          <a:srcRect/>
          <a:stretch>
            <a:fillRect/>
          </a:stretch>
        </p:blipFill>
        <p:spPr bwMode="auto">
          <a:xfrm>
            <a:off x="183775" y="228600"/>
            <a:ext cx="8731625" cy="6477000"/>
          </a:xfrm>
          <a:prstGeom prst="rect">
            <a:avLst/>
          </a:prstGeom>
          <a:noFill/>
        </p:spPr>
      </p:pic>
    </p:spTree>
  </p:cSld>
  <p:clrMapOvr>
    <a:masterClrMapping/>
  </p:clrMapOvr>
  <p:transition advTm="1000">
    <p:wipe dir="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sanjib\Downloads\Bulti PPT\1st floor\c5e8b9b6-4582-42b0-ba27-2a299354909d.jpeg"/>
          <p:cNvPicPr>
            <a:picLocks noChangeAspect="1" noChangeArrowheads="1"/>
          </p:cNvPicPr>
          <p:nvPr/>
        </p:nvPicPr>
        <p:blipFill>
          <a:blip r:embed="rId2">
            <a:lum bright="10000" contrast="20000"/>
          </a:blip>
          <a:srcRect/>
          <a:stretch>
            <a:fillRect/>
          </a:stretch>
        </p:blipFill>
        <p:spPr bwMode="auto">
          <a:xfrm>
            <a:off x="228600" y="228600"/>
            <a:ext cx="8686800" cy="6324600"/>
          </a:xfrm>
          <a:prstGeom prst="rect">
            <a:avLst/>
          </a:prstGeom>
          <a:noFill/>
        </p:spPr>
      </p:pic>
    </p:spTree>
  </p:cSld>
  <p:clrMapOvr>
    <a:masterClrMapping/>
  </p:clrMapOvr>
  <p:transition advTm="1000">
    <p:wipe dir="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sanjib\Downloads\Bulti PPT\1st floor\30be2ada-4c89-4090-b557-d832d3af1951.jpeg"/>
          <p:cNvPicPr>
            <a:picLocks noChangeAspect="1" noChangeArrowheads="1"/>
          </p:cNvPicPr>
          <p:nvPr/>
        </p:nvPicPr>
        <p:blipFill>
          <a:blip r:embed="rId2">
            <a:lum bright="10000" contrast="20000"/>
          </a:blip>
          <a:srcRect/>
          <a:stretch>
            <a:fillRect/>
          </a:stretch>
        </p:blipFill>
        <p:spPr bwMode="auto">
          <a:xfrm>
            <a:off x="304800" y="306683"/>
            <a:ext cx="8610600" cy="6168245"/>
          </a:xfrm>
          <a:prstGeom prst="rect">
            <a:avLst/>
          </a:prstGeom>
          <a:noFill/>
        </p:spPr>
      </p:pic>
    </p:spTree>
  </p:cSld>
  <p:clrMapOvr>
    <a:masterClrMapping/>
  </p:clrMapOvr>
  <p:transition advTm="1000">
    <p:wheel spokes="2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C:\Users\sanjib\Downloads\Bulti PPT\1st floor\Industrial-Inspired Modular Kitchen Ideas_ Urban….jpeg"/>
          <p:cNvPicPr>
            <a:picLocks noChangeAspect="1" noChangeArrowheads="1"/>
          </p:cNvPicPr>
          <p:nvPr/>
        </p:nvPicPr>
        <p:blipFill>
          <a:blip r:embed="rId2">
            <a:lum contrast="10000"/>
          </a:blip>
          <a:srcRect/>
          <a:stretch>
            <a:fillRect/>
          </a:stretch>
        </p:blipFill>
        <p:spPr bwMode="auto">
          <a:xfrm>
            <a:off x="228600" y="228600"/>
            <a:ext cx="8686800" cy="6400800"/>
          </a:xfrm>
          <a:prstGeom prst="rect">
            <a:avLst/>
          </a:prstGeom>
          <a:noFill/>
        </p:spPr>
      </p:pic>
    </p:spTree>
  </p:cSld>
  <p:clrMapOvr>
    <a:masterClrMapping/>
  </p:clrMapOvr>
  <p:transition advTm="1000">
    <p:wedg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sanjib\Downloads\Bulti PPT\1st floor\WhatsApp Image 2025-08-31 at 12.09.25 PM (2).jpeg"/>
          <p:cNvPicPr>
            <a:picLocks noChangeAspect="1" noChangeArrowheads="1"/>
          </p:cNvPicPr>
          <p:nvPr/>
        </p:nvPicPr>
        <p:blipFill>
          <a:blip r:embed="rId2">
            <a:lum bright="10000" contrast="10000"/>
          </a:blip>
          <a:srcRect/>
          <a:stretch>
            <a:fillRect/>
          </a:stretch>
        </p:blipFill>
        <p:spPr bwMode="auto">
          <a:xfrm>
            <a:off x="304800" y="152400"/>
            <a:ext cx="8534400" cy="6477000"/>
          </a:xfrm>
          <a:prstGeom prst="rect">
            <a:avLst/>
          </a:prstGeom>
          <a:noFill/>
        </p:spPr>
      </p:pic>
    </p:spTree>
  </p:cSld>
  <p:clrMapOvr>
    <a:masterClrMapping/>
  </p:clrMapOvr>
  <p:transition advTm="1000">
    <p:wheel spokes="8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sanjib\Downloads\Bulti PPT\1st floor\WhatsApp Image 2025-08-31 at 12.09.25 PM (1).jpeg"/>
          <p:cNvPicPr>
            <a:picLocks noChangeAspect="1" noChangeArrowheads="1"/>
          </p:cNvPicPr>
          <p:nvPr/>
        </p:nvPicPr>
        <p:blipFill>
          <a:blip r:embed="rId2">
            <a:lum bright="10000" contrast="10000"/>
          </a:blip>
          <a:srcRect/>
          <a:stretch>
            <a:fillRect/>
          </a:stretch>
        </p:blipFill>
        <p:spPr bwMode="auto">
          <a:xfrm>
            <a:off x="228600" y="228600"/>
            <a:ext cx="8686800" cy="6400800"/>
          </a:xfrm>
          <a:prstGeom prst="rect">
            <a:avLst/>
          </a:prstGeom>
          <a:noFill/>
        </p:spPr>
      </p:pic>
    </p:spTree>
  </p:cSld>
  <p:clrMapOvr>
    <a:masterClrMapping/>
  </p:clrMapOvr>
  <p:transition advTm="1000">
    <p:circl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sanjib\Downloads\Bulti PPT\1st floor\WhatsApp Image 2025-08-31 at 12.09.24 PM.jpeg"/>
          <p:cNvPicPr>
            <a:picLocks noChangeAspect="1" noChangeArrowheads="1"/>
          </p:cNvPicPr>
          <p:nvPr/>
        </p:nvPicPr>
        <p:blipFill>
          <a:blip r:embed="rId2">
            <a:lum bright="10000" contrast="10000"/>
          </a:blip>
          <a:srcRect/>
          <a:stretch>
            <a:fillRect/>
          </a:stretch>
        </p:blipFill>
        <p:spPr bwMode="auto">
          <a:xfrm>
            <a:off x="304800" y="304800"/>
            <a:ext cx="8534400" cy="6172200"/>
          </a:xfrm>
          <a:prstGeom prst="rect">
            <a:avLst/>
          </a:prstGeom>
          <a:noFill/>
        </p:spPr>
      </p:pic>
    </p:spTree>
  </p:cSld>
  <p:clrMapOvr>
    <a:masterClrMapping/>
  </p:clrMapOvr>
  <p:transition advTm="1000">
    <p:wheel spokes="8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C:\Users\sanjib\Downloads\Bulti PPT\1st floor\Beautifull Modular kitchen Design 💘 💘….jpeg"/>
          <p:cNvPicPr>
            <a:picLocks noChangeAspect="1" noChangeArrowheads="1"/>
          </p:cNvPicPr>
          <p:nvPr/>
        </p:nvPicPr>
        <p:blipFill>
          <a:blip r:embed="rId2">
            <a:lum contrast="10000"/>
          </a:blip>
          <a:srcRect/>
          <a:stretch>
            <a:fillRect/>
          </a:stretch>
        </p:blipFill>
        <p:spPr bwMode="auto">
          <a:xfrm>
            <a:off x="228600" y="228599"/>
            <a:ext cx="8610600" cy="6305653"/>
          </a:xfrm>
          <a:prstGeom prst="rect">
            <a:avLst/>
          </a:prstGeom>
          <a:noFill/>
        </p:spPr>
      </p:pic>
    </p:spTree>
  </p:cSld>
  <p:clrMapOvr>
    <a:masterClrMapping/>
  </p:clrMapOvr>
  <p:transition advTm="1000">
    <p:wedg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sanjib\Downloads\Bulti PPT\1st floor\af4ece3d-86da-4d9a-981e-499c474be33f.jpeg"/>
          <p:cNvPicPr>
            <a:picLocks noChangeAspect="1" noChangeArrowheads="1"/>
          </p:cNvPicPr>
          <p:nvPr/>
        </p:nvPicPr>
        <p:blipFill>
          <a:blip r:embed="rId2">
            <a:lum contrast="10000"/>
          </a:blip>
          <a:srcRect/>
          <a:stretch>
            <a:fillRect/>
          </a:stretch>
        </p:blipFill>
        <p:spPr bwMode="auto">
          <a:xfrm>
            <a:off x="304800" y="326768"/>
            <a:ext cx="8534400" cy="6074032"/>
          </a:xfrm>
          <a:prstGeom prst="rect">
            <a:avLst/>
          </a:prstGeom>
          <a:noFill/>
        </p:spPr>
      </p:pic>
    </p:spTree>
  </p:cSld>
  <p:clrMapOvr>
    <a:masterClrMapping/>
  </p:clrMapOvr>
  <p:transition advTm="1000">
    <p:wheel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C:\Users\sanjib\Downloads\Bulti PPT\1st floor\1Next-Level Modular Kitchen Design 2025 – Sleek….jpeg"/>
          <p:cNvPicPr>
            <a:picLocks noChangeAspect="1" noChangeArrowheads="1"/>
          </p:cNvPicPr>
          <p:nvPr/>
        </p:nvPicPr>
        <p:blipFill>
          <a:blip r:embed="rId2">
            <a:lum contrast="10000"/>
          </a:blip>
          <a:srcRect/>
          <a:stretch>
            <a:fillRect/>
          </a:stretch>
        </p:blipFill>
        <p:spPr bwMode="auto">
          <a:xfrm>
            <a:off x="304800" y="304800"/>
            <a:ext cx="8534400" cy="6172200"/>
          </a:xfrm>
          <a:prstGeom prst="rect">
            <a:avLst/>
          </a:prstGeom>
          <a:noFill/>
        </p:spPr>
      </p:pic>
    </p:spTree>
  </p:cSld>
  <p:clrMapOvr>
    <a:masterClrMapping/>
  </p:clrMapOvr>
  <p:transition advTm="1000">
    <p:split orient="vert" dir="in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C:\Users\sanjib\Downloads\Bulti PPT\1st floor\0961f043-f9e8-40ec-a892-12f307bcccb0.jpeg"/>
          <p:cNvPicPr>
            <a:picLocks noChangeAspect="1" noChangeArrowheads="1"/>
          </p:cNvPicPr>
          <p:nvPr/>
        </p:nvPicPr>
        <p:blipFill>
          <a:blip r:embed="rId2">
            <a:lum bright="10000" contrast="10000"/>
          </a:blip>
          <a:srcRect/>
          <a:stretch>
            <a:fillRect/>
          </a:stretch>
        </p:blipFill>
        <p:spPr bwMode="auto">
          <a:xfrm>
            <a:off x="228600" y="228600"/>
            <a:ext cx="8610600" cy="6324600"/>
          </a:xfrm>
          <a:prstGeom prst="rect">
            <a:avLst/>
          </a:prstGeom>
          <a:noFill/>
        </p:spPr>
      </p:pic>
    </p:spTree>
  </p:cSld>
  <p:clrMapOvr>
    <a:masterClrMapping/>
  </p:clrMapOvr>
  <p:transition advTm="1000">
    <p:pull dir="rd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Users\sanjib\Downloads\Bulti PPT\1st floor\WhatsApp Image 2025-08-31 at 12.09.25 PM.jpeg"/>
          <p:cNvPicPr>
            <a:picLocks noChangeAspect="1" noChangeArrowheads="1"/>
          </p:cNvPicPr>
          <p:nvPr/>
        </p:nvPicPr>
        <p:blipFill>
          <a:blip r:embed="rId2">
            <a:lum bright="10000" contrast="10000"/>
          </a:blip>
          <a:srcRect/>
          <a:stretch>
            <a:fillRect/>
          </a:stretch>
        </p:blipFill>
        <p:spPr bwMode="auto">
          <a:xfrm>
            <a:off x="228600" y="152400"/>
            <a:ext cx="8686800" cy="6400800"/>
          </a:xfrm>
          <a:prstGeom prst="rect">
            <a:avLst/>
          </a:prstGeom>
          <a:noFill/>
        </p:spPr>
      </p:pic>
    </p:spTree>
  </p:cSld>
  <p:clrMapOvr>
    <a:masterClrMapping/>
  </p:clrMapOvr>
  <p:transition advTm="1000">
    <p:zoom dir="in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C:\Users\sanjib\Downloads\Bulti PPT\1st floor\29 Coastal Bathroom Shower Ideas for a Breezy….jpeg"/>
          <p:cNvPicPr>
            <a:picLocks noChangeAspect="1" noChangeArrowheads="1"/>
          </p:cNvPicPr>
          <p:nvPr/>
        </p:nvPicPr>
        <p:blipFill>
          <a:blip r:embed="rId2">
            <a:lum contrast="10000"/>
          </a:blip>
          <a:srcRect/>
          <a:stretch>
            <a:fillRect/>
          </a:stretch>
        </p:blipFill>
        <p:spPr bwMode="auto">
          <a:xfrm>
            <a:off x="304800" y="231722"/>
            <a:ext cx="8534400" cy="6397678"/>
          </a:xfrm>
          <a:prstGeom prst="rect">
            <a:avLst/>
          </a:prstGeom>
          <a:noFill/>
        </p:spPr>
      </p:pic>
    </p:spTree>
  </p:cSld>
  <p:clrMapOvr>
    <a:masterClrMapping/>
  </p:clrMapOvr>
  <p:transition advTm="1000">
    <p:wheel spokes="1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C:\Users\sanjib\Downloads\Bulti PPT\1st floor\c58aa757-9377-460d-8c9a-9f6c9e5d5984.jpeg"/>
          <p:cNvPicPr>
            <a:picLocks noChangeAspect="1" noChangeArrowheads="1"/>
          </p:cNvPicPr>
          <p:nvPr/>
        </p:nvPicPr>
        <p:blipFill>
          <a:blip r:embed="rId2">
            <a:lum contrast="10000"/>
          </a:blip>
          <a:srcRect/>
          <a:stretch>
            <a:fillRect/>
          </a:stretch>
        </p:blipFill>
        <p:spPr bwMode="auto">
          <a:xfrm>
            <a:off x="228599" y="228600"/>
            <a:ext cx="8610601" cy="6400800"/>
          </a:xfrm>
          <a:prstGeom prst="rect">
            <a:avLst/>
          </a:prstGeom>
          <a:noFill/>
        </p:spPr>
      </p:pic>
    </p:spTree>
  </p:cSld>
  <p:clrMapOvr>
    <a:masterClrMapping/>
  </p:clrMapOvr>
  <p:transition advTm="1000">
    <p:wheel spokes="1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C:\Users\sanjib\Downloads\Bulti PPT\1st floor\8cbdc717-897d-4049-801f-ca67852b043f.jpeg"/>
          <p:cNvPicPr>
            <a:picLocks noChangeAspect="1" noChangeArrowheads="1"/>
          </p:cNvPicPr>
          <p:nvPr/>
        </p:nvPicPr>
        <p:blipFill>
          <a:blip r:embed="rId2">
            <a:lum bright="10000" contrast="10000"/>
          </a:blip>
          <a:srcRect/>
          <a:stretch>
            <a:fillRect/>
          </a:stretch>
        </p:blipFill>
        <p:spPr bwMode="auto">
          <a:xfrm>
            <a:off x="228600" y="228600"/>
            <a:ext cx="8686800" cy="6400800"/>
          </a:xfrm>
          <a:prstGeom prst="rect">
            <a:avLst/>
          </a:prstGeom>
          <a:noFill/>
        </p:spPr>
      </p:pic>
    </p:spTree>
  </p:cSld>
  <p:clrMapOvr>
    <a:masterClrMapping/>
  </p:clrMapOvr>
  <p:transition advTm="1000">
    <p:split dir="in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C:\Users\sanjib\Downloads\Bulti PPT\1st floor\f63d5ca3-f84e-4423-8fcc-bedc75ca5fc3.jpeg"/>
          <p:cNvPicPr>
            <a:picLocks noChangeAspect="1" noChangeArrowheads="1"/>
          </p:cNvPicPr>
          <p:nvPr/>
        </p:nvPicPr>
        <p:blipFill>
          <a:blip r:embed="rId2">
            <a:lum bright="10000"/>
          </a:blip>
          <a:srcRect r="1709"/>
          <a:stretch>
            <a:fillRect/>
          </a:stretch>
        </p:blipFill>
        <p:spPr bwMode="auto">
          <a:xfrm>
            <a:off x="152400" y="228600"/>
            <a:ext cx="8763000" cy="6324600"/>
          </a:xfrm>
          <a:prstGeom prst="rect">
            <a:avLst/>
          </a:prstGeom>
          <a:noFill/>
        </p:spPr>
      </p:pic>
    </p:spTree>
  </p:cSld>
  <p:clrMapOvr>
    <a:masterClrMapping/>
  </p:clrMapOvr>
  <p:transition advTm="1000">
    <p:wheel spokes="2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C:\Users\sanjib\Downloads\Bulti PPT\1st floor\f1310baf-564c-4b54-966a-0fcec71046bd.jpeg"/>
          <p:cNvPicPr>
            <a:picLocks noChangeAspect="1" noChangeArrowheads="1"/>
          </p:cNvPicPr>
          <p:nvPr/>
        </p:nvPicPr>
        <p:blipFill>
          <a:blip r:embed="rId2">
            <a:lum bright="10000" contrast="20000"/>
          </a:blip>
          <a:srcRect/>
          <a:stretch>
            <a:fillRect/>
          </a:stretch>
        </p:blipFill>
        <p:spPr bwMode="auto">
          <a:xfrm>
            <a:off x="228600" y="304800"/>
            <a:ext cx="8534400" cy="6172200"/>
          </a:xfrm>
          <a:prstGeom prst="rect">
            <a:avLst/>
          </a:prstGeom>
          <a:noFill/>
        </p:spPr>
      </p:pic>
    </p:spTree>
  </p:cSld>
  <p:clrMapOvr>
    <a:masterClrMapping/>
  </p:clrMapOvr>
  <p:transition advTm="1000">
    <p:wedg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C:\Users\sanjib\Downloads\Bulti PPT\1st floor\5c2c5623-f940-4a1f-90d7-6ca948c8f953.jpeg"/>
          <p:cNvPicPr>
            <a:picLocks noChangeAspect="1" noChangeArrowheads="1"/>
          </p:cNvPicPr>
          <p:nvPr/>
        </p:nvPicPr>
        <p:blipFill>
          <a:blip r:embed="rId2">
            <a:lum bright="10000" contrast="20000"/>
          </a:blip>
          <a:srcRect/>
          <a:stretch>
            <a:fillRect/>
          </a:stretch>
        </p:blipFill>
        <p:spPr bwMode="auto">
          <a:xfrm>
            <a:off x="152399" y="228600"/>
            <a:ext cx="8839201" cy="6324600"/>
          </a:xfrm>
          <a:prstGeom prst="rect">
            <a:avLst/>
          </a:prstGeom>
          <a:noFill/>
        </p:spPr>
      </p:pic>
    </p:spTree>
  </p:cSld>
  <p:clrMapOvr>
    <a:masterClrMapping/>
  </p:clrMapOvr>
  <p:transition advTm="1000">
    <p:push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C:\Users\sanjib\Downloads\Bulti PPT\1st floor\7b101c98-da6e-42a1-beba-9027c117f78d.jpeg"/>
          <p:cNvPicPr>
            <a:picLocks noChangeAspect="1" noChangeArrowheads="1"/>
          </p:cNvPicPr>
          <p:nvPr/>
        </p:nvPicPr>
        <p:blipFill>
          <a:blip r:embed="rId2">
            <a:lum bright="10000" contrast="10000"/>
          </a:blip>
          <a:srcRect/>
          <a:stretch>
            <a:fillRect/>
          </a:stretch>
        </p:blipFill>
        <p:spPr bwMode="auto">
          <a:xfrm>
            <a:off x="228600" y="228600"/>
            <a:ext cx="8686800" cy="6400800"/>
          </a:xfrm>
          <a:prstGeom prst="rect">
            <a:avLst/>
          </a:prstGeom>
          <a:noFill/>
        </p:spPr>
      </p:pic>
    </p:spTree>
  </p:cSld>
  <p:clrMapOvr>
    <a:masterClrMapping/>
  </p:clrMapOvr>
  <p:transition advTm="1000">
    <p:cover dir="lu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209800"/>
            <a:ext cx="8229600" cy="1143000"/>
          </a:xfr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6600" b="1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  <a:latin typeface="Algerian" pitchFamily="82" charset="0"/>
              </a:rPr>
              <a:t>2Nd Floor</a:t>
            </a:r>
            <a:endParaRPr lang="en-US" sz="6600" b="1" dirty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2">
                      <a:tint val="10000"/>
                      <a:satMod val="155000"/>
                    </a:schemeClr>
                  </a:gs>
                  <a:gs pos="60000">
                    <a:schemeClr val="accent2">
                      <a:tint val="30000"/>
                      <a:satMod val="155000"/>
                    </a:schemeClr>
                  </a:gs>
                  <a:gs pos="100000">
                    <a:schemeClr val="accent2">
                      <a:tint val="73000"/>
                      <a:satMod val="155000"/>
                    </a:schemeClr>
                  </a:gs>
                </a:gsLst>
                <a:lin ang="5400000"/>
              </a:gra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  <a:latin typeface="Algerian" pitchFamily="82" charset="0"/>
            </a:endParaRPr>
          </a:p>
        </p:txBody>
      </p:sp>
    </p:spTree>
  </p:cSld>
  <p:clrMapOvr>
    <a:masterClrMapping/>
  </p:clrMapOvr>
  <p:transition advTm="1000">
    <p:wedg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C:\Users\sanjib\Downloads\Bulti PPT\2nd floor\19.jpg"/>
          <p:cNvPicPr>
            <a:picLocks noChangeAspect="1" noChangeArrowheads="1"/>
          </p:cNvPicPr>
          <p:nvPr/>
        </p:nvPicPr>
        <p:blipFill>
          <a:blip r:embed="rId2"/>
          <a:srcRect l="4264" r="10078"/>
          <a:stretch>
            <a:fillRect/>
          </a:stretch>
        </p:blipFill>
        <p:spPr bwMode="auto">
          <a:xfrm>
            <a:off x="304800" y="304800"/>
            <a:ext cx="8305800" cy="6310532"/>
          </a:xfrm>
          <a:prstGeom prst="rect">
            <a:avLst/>
          </a:prstGeom>
          <a:noFill/>
        </p:spPr>
      </p:pic>
    </p:spTree>
  </p:cSld>
  <p:clrMapOvr>
    <a:masterClrMapping/>
  </p:clrMapOvr>
  <p:transition advTm="1000">
    <p:dissolv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C:\Users\sanjib\Downloads\Bulti PPT\2nd floor\The Oceanic Blue Opulence bedroom draws….jpeg"/>
          <p:cNvPicPr>
            <a:picLocks noChangeAspect="1" noChangeArrowheads="1"/>
          </p:cNvPicPr>
          <p:nvPr/>
        </p:nvPicPr>
        <p:blipFill>
          <a:blip r:embed="rId2">
            <a:lum contrast="20000"/>
          </a:blip>
          <a:srcRect/>
          <a:stretch>
            <a:fillRect/>
          </a:stretch>
        </p:blipFill>
        <p:spPr bwMode="auto">
          <a:xfrm>
            <a:off x="228600" y="228600"/>
            <a:ext cx="8686800" cy="6400800"/>
          </a:xfrm>
          <a:prstGeom prst="rect">
            <a:avLst/>
          </a:prstGeom>
          <a:noFill/>
        </p:spPr>
      </p:pic>
    </p:spTree>
  </p:cSld>
  <p:clrMapOvr>
    <a:masterClrMapping/>
  </p:clrMapOvr>
  <p:transition advTm="1000">
    <p:split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:\Users\sanjib\Downloads\Bulti PPT\2nd floor\White and pink bedroom ideas create a dreamy….jpeg"/>
          <p:cNvPicPr>
            <a:picLocks noChangeAspect="1" noChangeArrowheads="1"/>
          </p:cNvPicPr>
          <p:nvPr/>
        </p:nvPicPr>
        <p:blipFill>
          <a:blip r:embed="rId2">
            <a:lum contrast="20000"/>
          </a:blip>
          <a:srcRect/>
          <a:stretch>
            <a:fillRect/>
          </a:stretch>
        </p:blipFill>
        <p:spPr bwMode="auto">
          <a:xfrm>
            <a:off x="228600" y="228600"/>
            <a:ext cx="8686800" cy="6400800"/>
          </a:xfrm>
          <a:prstGeom prst="rect">
            <a:avLst/>
          </a:prstGeom>
          <a:noFill/>
        </p:spPr>
      </p:pic>
    </p:spTree>
  </p:cSld>
  <p:clrMapOvr>
    <a:masterClrMapping/>
  </p:clrMapOvr>
  <p:transition advTm="1000">
    <p:split orient="vert" dir="in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 descr="C:\Users\sanjib\Downloads\Bulti PPT\2nd floor\For more details contact - 9850295081 _ 9960478700.jpeg"/>
          <p:cNvPicPr>
            <a:picLocks noChangeAspect="1" noChangeArrowheads="1"/>
          </p:cNvPicPr>
          <p:nvPr/>
        </p:nvPicPr>
        <p:blipFill>
          <a:blip r:embed="rId2">
            <a:lum contrast="20000"/>
          </a:blip>
          <a:srcRect/>
          <a:stretch>
            <a:fillRect/>
          </a:stretch>
        </p:blipFill>
        <p:spPr bwMode="auto">
          <a:xfrm>
            <a:off x="304800" y="304800"/>
            <a:ext cx="8610600" cy="6305550"/>
          </a:xfrm>
          <a:prstGeom prst="rect">
            <a:avLst/>
          </a:prstGeom>
          <a:noFill/>
        </p:spPr>
      </p:pic>
    </p:spTree>
  </p:cSld>
  <p:clrMapOvr>
    <a:masterClrMapping/>
  </p:clrMapOvr>
  <p:transition advTm="1000">
    <p:split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 descr="C:\Users\sanjib\Downloads\Bulti PPT\2nd floor\Transform your bathroom with stylish purple LED… (1).jpeg"/>
          <p:cNvPicPr>
            <a:picLocks noChangeAspect="1" noChangeArrowheads="1"/>
          </p:cNvPicPr>
          <p:nvPr/>
        </p:nvPicPr>
        <p:blipFill>
          <a:blip r:embed="rId2">
            <a:lum contrast="10000"/>
          </a:blip>
          <a:srcRect/>
          <a:stretch>
            <a:fillRect/>
          </a:stretch>
        </p:blipFill>
        <p:spPr bwMode="auto">
          <a:xfrm>
            <a:off x="304800" y="228600"/>
            <a:ext cx="8610600" cy="6400800"/>
          </a:xfrm>
          <a:prstGeom prst="rect">
            <a:avLst/>
          </a:prstGeom>
          <a:noFill/>
        </p:spPr>
      </p:pic>
    </p:spTree>
  </p:cSld>
  <p:clrMapOvr>
    <a:masterClrMapping/>
  </p:clrMapOvr>
  <p:transition advTm="1000">
    <p:wheel spokes="8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 descr="C:\Users\sanjib\Downloads\Bulti PPT\2nd floor\This playful bathroom design brings the bubbly….jpeg"/>
          <p:cNvPicPr>
            <a:picLocks noChangeAspect="1" noChangeArrowheads="1"/>
          </p:cNvPicPr>
          <p:nvPr/>
        </p:nvPicPr>
        <p:blipFill>
          <a:blip r:embed="rId2">
            <a:lum contrast="20000"/>
          </a:blip>
          <a:srcRect/>
          <a:stretch>
            <a:fillRect/>
          </a:stretch>
        </p:blipFill>
        <p:spPr bwMode="auto">
          <a:xfrm>
            <a:off x="152400" y="152400"/>
            <a:ext cx="8763001" cy="6477000"/>
          </a:xfrm>
          <a:prstGeom prst="rect">
            <a:avLst/>
          </a:prstGeom>
          <a:noFill/>
        </p:spPr>
      </p:pic>
    </p:spTree>
  </p:cSld>
  <p:clrMapOvr>
    <a:masterClrMapping/>
  </p:clrMapOvr>
  <p:transition advTm="1000">
    <p:wheel spokes="8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sanjib\Downloads\Bulti PPT\WhatsApp Image 2025-08-30 at 5.49.49 PM.jpeg"/>
          <p:cNvPicPr>
            <a:picLocks noChangeAspect="1" noChangeArrowheads="1"/>
          </p:cNvPicPr>
          <p:nvPr/>
        </p:nvPicPr>
        <p:blipFill>
          <a:blip r:embed="rId2">
            <a:lum contrast="20000"/>
          </a:blip>
          <a:srcRect/>
          <a:stretch>
            <a:fillRect/>
          </a:stretch>
        </p:blipFill>
        <p:spPr bwMode="auto">
          <a:xfrm>
            <a:off x="152400" y="152400"/>
            <a:ext cx="8839200" cy="6476999"/>
          </a:xfrm>
          <a:prstGeom prst="rect">
            <a:avLst/>
          </a:prstGeom>
          <a:noFill/>
        </p:spPr>
      </p:pic>
    </p:spTree>
  </p:cSld>
  <p:clrMapOvr>
    <a:masterClrMapping/>
  </p:clrMapOvr>
  <p:transition advTm="1000">
    <p:checker dir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4</Words>
  <Application>Microsoft Office PowerPoint</Application>
  <PresentationFormat>On-screen Show (4:3)</PresentationFormat>
  <Paragraphs>2</Paragraphs>
  <Slides>35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Office Theme</vt:lpstr>
      <vt:lpstr>Slide 1</vt:lpstr>
      <vt:lpstr>Slide 2</vt:lpstr>
      <vt:lpstr>Slide 3</vt:lpstr>
      <vt:lpstr>Slide 4</vt:lpstr>
      <vt:lpstr>1st Floor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2Nd Floor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sanjib</dc:creator>
  <cp:lastModifiedBy>sanjib</cp:lastModifiedBy>
  <cp:revision>50</cp:revision>
  <dcterms:created xsi:type="dcterms:W3CDTF">2025-09-03T06:43:28Z</dcterms:created>
  <dcterms:modified xsi:type="dcterms:W3CDTF">2025-09-04T13:40:00Z</dcterms:modified>
</cp:coreProperties>
</file>